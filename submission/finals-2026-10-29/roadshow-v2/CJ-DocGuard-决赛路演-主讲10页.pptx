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【主讲计划】0:00—0:20，20秒（含操作；不是已计时成绩）。
【讲述原话】各位评委好，我的作品是 CJ-DocGuard，面向仓颉项目级 API 文档生成及测试。它把接口说明、示例和 SDK 版本连接起来，核心价值是：文档里的示例是否真的运行过，代码变化后，那份成功还能不能继续使用。
【操作与指向】停留封面，指向“文档、示例、版本”三个词。
【超时切换】封面只讲作品和价值，不展开背景。
【6分钟版精简原话】各位评委好，我的作品是CJ-DocGuard，面向仓颉项目级API文档生成及测试，提供可重复检查的运行证据，源码改变后旧成功会失效。
【8分钟版可补充】保持收尾，不新增内容
【证据】课题截图映射；../VERIFICATION.md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【主讲计划】0:20—0:55，35秒（含操作；不是已计时成绩）。
【讲述原话】这是实际工作台，不是界面原型。搜索 add，可以看到声明、参数、返回类型和关联示例。健康项目提取了 47 个公共符号；14 个登记例乘两版 SDK，也就是编译器和运行库，得到 28 格，其中 26 格经过运行验证，2 格明确只编译。页面展示的是报告快照，当前资格还要由原生检查或查询确认。
【操作与指向】指向真实截图中的声明、参数及返回类型；解释右侧26+2。
【超时切换】不展开所有导航入口，保留28不等于28运行通过。
【6分钟版精简原话】实际网页可以查声明、参数、返回和关联示例。健康项目有47个公共符号，28格记录中26格运行验证，2格只编译，当前资格还要经过原生检查。
【8分钟版可补充】独立程序和片段样例有不同登记方式，片段通过登记包装器形成编译单元。
【证据】../evidence/web-api.png；../evidence/live-summary.json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【主讲计划】0:55—2:25，90秒（含操作；不是已计时成绩）。
【讲述原话】下面切到网页。这里展示的是准备阶段由真实编译器生成的记录。原版 unicode-empty 的期望是 1，实际是 3；相同断言在显式修复副本中得到 1。两例乘两个 SDK，共保留四个原版失败。再看专用链接样本，筛选后能定位两个坏链。我启动一次原生链接检查；任务未结束时先展示已有记录，不能把它说成本次完成。
【操作与指向】0–35秒：原版矩阵→unicode-empty→断言，关闭弹窗；35–60秒：修复副本相同断言；60–90秒：链接项目→问题与诊断→FAIL筛选，启动原生检查并查看任务状态。
【超时切换】单个等待超过8秒就切本页真实截图，说明准备记录；不等完整矩阵重编译。90秒到点返回PPT。
【6分钟版精简原话】先看准备阶段真实记录：原版期望1，实际3；修复副本相同断言得到1，原版四格失败继续保留。再看链接样本，两条坏链可以筛选定位；现在启动原生检查，未结束只说已发起。
【8分钟版可补充】时间允许再看emoji-empty，原版实际4、预期1；关闭弹窗后查看本次检查任务是否已经结束。
【证据】../evidence/web-unicode-original.png；web-unicode-fixed.png；web-link-failures.png；PUBLIC-CLONE.md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【主讲计划】2:25—3:10，45秒（含操作；不是已计时成绩）。
【讲述原话】一次成功要成为当前证据，除了断言通过，还要匹配当前源码、配置、SDK 和平台，并且保留完整记录。源码变化，旧证据会过期；最新一次断言失败，也不能回退到历史成功。查询和导出共用这道准入规则，历史保留作追溯，但不会自动获得当前资格。
【操作与指向】按箭头讲输入身份→编译运行→断言→准入；指向STALE与最新失败两条反例。
【超时切换】只讲“源码变化失效”和“失败不回退”两个反例，深层规则留问答。
【6分钟版精简原话】准入同时核对当前输入、SDK、平台、断言和完整记录。源码变化让旧证据过期；最新失败不能回退旧成功。查询与导出使用同一规则。
【8分钟版可补充】内容摘要用于当前身份核对；它不是面向恶意篡改者的独立数字签名。
【证据】src/evidence.cj、src/engine.cj、src/export.cj；../evidence/live-workflow.txt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【主讲计划】3:10—3:55，45秒（含操作；不是已计时成绩）。
【讲述原话】实现上，声明提取、验证编排、证据判断和 HTTP 服务都由仓颉承担。浏览器使用 HTML、CSS 和 JavaScript；C 负责进程组监督和信号桥，Bash 负责构建启动。Python 保留在测试、安装辅助和只读协议适配中。两版 SDK 是实际工具链，执行的是真实编译、运行和输出断言。
【操作与指向】从浏览器到仓颉服务、核心、实际SDK；顺带说明C/Python角色。
【超时切换】不按文件逐个介绍，保留语言分工和真实执行路径。
【6分钟版精简原话】核心提取、验证、准入和HTTP服务使用仓颉；浏览器是标准网页技术，C负责进程监督，Python用于测试和辅助。两版SDK执行真实编译和运行。
【8分钟版可补充】保持收尾，不新增内容
【证据】workbench_native/、src/、scripts/runner.c、scripts/native_env.sh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【主讲计划】3:55—4:45，50秒（含操作；不是已计时成绩）。
【讲述原话】相较初赛材料，本轮改进主要有三组。第一，网页提供接口检索、矩阵、源码配置、任务和导出，正式本地服务迁为仓颉。第二，修复实际索引漏检、多行标题和同名成员错绑，加入正反回归。第三，补上真实库显式修复、公开克隆验收，以及系统 SDK 传递和大历史流式响应。改进都能在文件和证据中对照。
【操作与指向】逐行展示初赛基线49e8074到R2的前后变化；说明Python服务只是本轮迁移中间态，不说初赛曾有Python工作台。
【超时切换】只讲三行前后变化；问题编号和细节留备查。
【6分钟版精简原话】初赛后改进分三组：原生网页操作入口；真实索引、多行标题与唯一身份修复；固定源码、真实库对照及公开克隆交付。R2还修复SDK传递和大历史响应。
【8分钟版可补充】本轮迁移中的Python工作台属于初赛后过渡状态，不能把它写成初赛基线。
【证据】docs/finals-iteration-2026-10-29.md；git基线49e8074与R2；../PUBLIC-CLONE.md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【主讲计划】4:45—5:30，45秒（含操作；不是已计时成绩）。
【讲述原话】链接检查现在既保留预期 API 锚点，也扫描实际 HTML 中的链接，按索引所在目录解析；多行标题使用完整段落。示例关联则先收集完整符号目录：只有唯一短名才绑定，重名或重载需要限定身份或精确 ID。未知和歧义明确报错。这里保证登记关联一致，不宣称自动证明示例的完整语义覆盖。
【操作与指向】左侧用真实href/多行标题两个例子；右侧First.read与Second.read身份图。
【超时切换】只讲实际href和唯一ID；完整Markdown边界留问答。
【6分钟版精简原话】链接既扫描实际HTML，也保留预期API锚点，多行标题不丢首行。示例短名只有唯一时才能绑定，重载使用精确ID，未知或歧义明确拒绝。
【8分钟版可补充】base、重复属性或不支持的候选集合明确保留未验证，不默认为可用。
【证据】src/links.cj、src/bindings.cj；tests/native_index.cj、tests/test_bindings.py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【主讲计划】5:30—6:10，40秒（含操作；不是已计时成绩）。
【讲述原话】最终完整回归是 123 项集成测试全部通过、零跳过，另有双 SDK 共 20 个原生测试程序。实际工作台保留 655 条历史，12 并发、10 轮共 120 次读取成功，文件不变。约 20MB 的结构化归档与断连清理也有回归。它们证明这些受测路径，不等同于全语言覆盖率，也不是性能提升百分比。
【操作与指向】指向123/20、655/120两组不同口径；说明报告流式序列化和分块发送避免大缓冲区。
【超时切换】保留123零跳过、原版失败不隐藏两点，不逐项念压力参数。
【6分钟版精简原话】最终123项集成零跳过通过，两版SDK共20个原生测试程序通过。655条历史的120次读取成功、文件不变；这些是受测路径结果，不等于覆盖率。
【8分钟版可补充】真实655条历史与约20MB合成归档是两套用例，120/120表示读取成功数。
【证据】../VERIFICATION.md；../evidence/integration-tests.txt；live-history-pressure.json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【主讲计划】6:10—6:55，45秒（含操作；不是已计时成绩）。
【讲述原话】交付不只是一组截图。功能源码冻结在 R2 标签，公开仓库的干净克隆已重新构建并启动原生服务，两版 SDK 分别查询、导出并重建，输出都是 42。真实库也从新缓存复验了原版 36/40 与修复版 40/40。指南说明工具链和兼容系统 SDK 前提，评委可按步骤重复检查。
【操作与指向】展示冻结标签、075aeb3和公开克隆回执；不现场下载SDK或克隆20MB仓库。
【超时切换】只展示运行指南和两版重建结果，完整命令交评委。
【6分钟版精简原话】源码固定在R2标签075aeb3。公开克隆后重新构建、启动、查询、导出，两版包内重建都输出42；新缓存原版36/40、修复40/40。工具链条件和证据都在指南中。
【8分钟版可补充】公开克隆使用预装工具链；没有把它说成全新操作系统在线安装验收。
【证据】../SOURCE.json；../PUBLIC-CLONE.md；docs/judge-quickstart.md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【主讲计划】6:55—7:20，25秒（含操作；不是已计时成绩）。
【讲述原话】作品的价值，是把文档说明变成可重复检查的运行证据。当前完整验收范围是 macOS arm64、仓颉 1.1.3 和 1.2.0，以及可信本地项目。外链离线不冒充通过，进程监督也不是安全沙箱。下一步再扩展完整平台回归和更复杂项目。谢谢各位评委。
【操作与指向】总结三项交付和平台边界，到7分20秒结束；仅追问时打开备查页。
【超时切换】25秒收尾，不自动展开备查页。
【6分钟版精简原话】作品让文档、示例和版本能够重复检查。当前实测范围是macOS arm64和两版SDK，面向可信本地项目；外链离线未验证，进程监督不等于安全沙箱。谢谢评委。
【8分钟版可补充】保持收尾，不新增内容
【证据】../VERIFICATION.md；docs/requirements-status.md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6D7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DF6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CJ-DocGuard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21488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DF6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让文档示例，拿得出当前运行证据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3063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3C5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文档可检索  /  示例真实执行  /  SDK 与索引自动检查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4023360"/>
            <a:ext cx="8138160" cy="457200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413308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仓颉生态创新开发挑战赛 · 课题 9 · 决赛路演版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3891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3C5B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主讲计划 7分20秒（含90秒网页）  ·  源码 R2 / 075aeb3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103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/ 实际工作台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38912" y="70408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先看效果：接口、示例和版本一起查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38912" y="4690872"/>
            <a:ext cx="7726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真实截图：evidence/web-api.png；验证：evidence/live-summary.json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47091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pic>
        <p:nvPicPr>
          <p:cNvPr id="7" name="Image 0" descr="R2真实网页截图，展示局部：web-api.png">    </p:cNvPr>
          <p:cNvPicPr>
            <a:picLocks noChangeAspect="1"/>
          </p:cNvPicPr>
          <p:nvPr/>
        </p:nvPicPr>
        <p:blipFill>
          <a:blip r:embed="rId1"/>
          <a:srcRect l="21000" r="3000" t="33000" b="9000"/>
          <a:stretch/>
        </p:blipFill>
        <p:spPr>
          <a:xfrm>
            <a:off x="438912" y="1463040"/>
            <a:ext cx="4663440" cy="311963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23560" y="16002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47</a:t>
            </a:r>
            <a:endParaRPr lang="en-US" sz="3500" dirty="0"/>
          </a:p>
        </p:txBody>
      </p:sp>
      <p:sp>
        <p:nvSpPr>
          <p:cNvPr id="9" name="Text 6"/>
          <p:cNvSpPr/>
          <p:nvPr/>
        </p:nvSpPr>
        <p:spPr>
          <a:xfrm>
            <a:off x="5623560" y="2203704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公共符号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声明、参数、返回、示例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623560" y="29260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 + 2</a:t>
            </a:r>
            <a:endParaRPr lang="en-US" sz="3500" dirty="0"/>
          </a:p>
        </p:txBody>
      </p:sp>
      <p:sp>
        <p:nvSpPr>
          <p:cNvPr id="11" name="Text 8"/>
          <p:cNvSpPr/>
          <p:nvPr/>
        </p:nvSpPr>
        <p:spPr>
          <a:xfrm>
            <a:off x="5623560" y="3529584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运行验证 + 仅编译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14例 × 2版SDK = 28格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623560" y="422452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截图为真实报告快照；当前资格以原生检查/查询为准。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103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90秒网页 · 已含在7分20秒内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38912" y="70408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现场演示：失败保留，修复可核对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38912" y="4690872"/>
            <a:ext cx="7726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截图局部来自实际断言弹窗；原图及任务结果见evidence/与PUBLIC-CLONE.md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47091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原版 36/40：期望1，实际3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4754880" y="1508760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 40/40：期望1，实际1</a:t>
            </a:r>
            <a:endParaRPr lang="en-US" sz="2100" dirty="0"/>
          </a:p>
        </p:txBody>
      </p:sp>
      <p:pic>
        <p:nvPicPr>
          <p:cNvPr id="9" name="Image 0" descr="R2真实网页截图，展示局部：web-unicode-original.png">    </p:cNvPr>
          <p:cNvPicPr>
            <a:picLocks noChangeAspect="1"/>
          </p:cNvPicPr>
          <p:nvPr/>
        </p:nvPicPr>
        <p:blipFill>
          <a:blip r:embed="rId1"/>
          <a:srcRect l="14000" r="14000" t="39000" b="39000"/>
          <a:stretch/>
        </p:blipFill>
        <p:spPr>
          <a:xfrm>
            <a:off x="457200" y="1975104"/>
            <a:ext cx="3886200" cy="2054845"/>
          </a:xfrm>
          <a:prstGeom prst="rect">
            <a:avLst/>
          </a:prstGeom>
        </p:spPr>
      </p:pic>
      <p:pic>
        <p:nvPicPr>
          <p:cNvPr id="10" name="Image 1" descr="R2真实网页截图，展示局部：web-unicode-fixed.png">    </p:cNvPr>
          <p:cNvPicPr>
            <a:picLocks noChangeAspect="1"/>
          </p:cNvPicPr>
          <p:nvPr/>
        </p:nvPicPr>
        <p:blipFill>
          <a:blip r:embed="rId2"/>
          <a:srcRect l="14000" r="14000" t="39000" b="39000"/>
          <a:stretch/>
        </p:blipFill>
        <p:spPr>
          <a:xfrm>
            <a:off x="4754880" y="1975104"/>
            <a:ext cx="3886200" cy="2054845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57200" y="4224528"/>
            <a:ext cx="8183880" cy="347472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03504" y="4297680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原版断言 → 修复副本 → 链接FAIL筛选；每次等待最多8秒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103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证据准入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38912" y="70408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技术一：区分曾经成功与当前可用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38912" y="4690872"/>
            <a:ext cx="7726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源码：src/evidence.cj · engine.cj · bindings.cj · export.cj；16步实测见live-workflow.txt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47091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719072"/>
            <a:ext cx="1920240" cy="1755648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865376"/>
            <a:ext cx="15910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输入身份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21792" y="2423160"/>
            <a:ext cx="1591056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源码 / 配置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SDK / 平台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395728" y="2377440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560320" y="1719072"/>
            <a:ext cx="1920240" cy="1755648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24912" y="1865376"/>
            <a:ext cx="15910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真实执行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724912" y="2423160"/>
            <a:ext cx="1591056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编译 → 运行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日志与退出码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498848" y="2377440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663440" y="1719072"/>
            <a:ext cx="1920240" cy="1755648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28032" y="1865376"/>
            <a:ext cx="15910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断言检查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828032" y="2423160"/>
            <a:ext cx="1591056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 / 退出码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仅编译单列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601968" y="2377440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766560" y="1719072"/>
            <a:ext cx="1920240" cy="1755648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31152" y="1865376"/>
            <a:ext cx="15910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统一准入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931152" y="2423160"/>
            <a:ext cx="1591056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精确接口身份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查询、导出共用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57200" y="3767328"/>
            <a:ext cx="8183880" cy="713232"/>
          </a:xfrm>
          <a:prstGeom prst="rect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886200"/>
            <a:ext cx="7818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源码变化 → STALE（过期）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最新失败 → 拒绝历史成功；历史保留但不取得当前资格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103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从浏览器到真实工具链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38912" y="70408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技术二：仓颉承担核心与本地网页服务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38912" y="4690872"/>
            <a:ext cx="7726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源码：web/ · workbench_native/ · src/；监督器：scripts/runner.c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47091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2560320" cy="1591056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837944"/>
            <a:ext cx="22311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浏览器工作台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21792" y="2395728"/>
            <a:ext cx="223113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HTML / CSS / JavaScript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检索、矩阵、源码、导出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291840" y="1691640"/>
            <a:ext cx="2560320" cy="1591056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56432" y="1837944"/>
            <a:ext cx="22311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仓颉 HTTP 服务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456432" y="2395728"/>
            <a:ext cx="223113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本机请求与原生任务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完整报告分块发送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26480" y="1691640"/>
            <a:ext cx="2560320" cy="1591056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91072" y="1837944"/>
            <a:ext cx="22311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仓颉核心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291072" y="2395728"/>
            <a:ext cx="223113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声明提取、验证编排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断言、准入与报告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044952" y="23317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5879592" y="23317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457200" y="3602736"/>
            <a:ext cx="8183880" cy="521208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739896"/>
            <a:ext cx="7818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仓颉 SDK 1.1.3 / 1.2.0：实际编译、运行、校验输出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457200" y="42793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C：进程组监督 / 信号桥；Bash：构建启动；Python：测试、安装辅助与只读协议适配。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103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/ 对照改进 · 每项都有验收入口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38912" y="70408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初赛后：从命令行作品到可复现工作台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38912" y="4690872"/>
            <a:ext cx="7726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初赛基线与迭代过程：docs/finals-iteration-2026-10-29.md；R2见SOURCE.json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47091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847088" y="150876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初赛基础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617720" y="150876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决赛新增 / 深化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1938528"/>
            <a:ext cx="8183880" cy="667512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1031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使用入口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847088" y="207568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CLI 与静态文档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17720" y="2048256"/>
            <a:ext cx="3767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仓颉网页：源码、矩阵、任务、导出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57200" y="2798064"/>
            <a:ext cx="8183880" cy="667512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96265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可信校验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847088" y="293522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基础示例与版本检查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617720" y="2907792"/>
            <a:ext cx="3767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真实链接、完整标题、唯一绑定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457200" y="3657600"/>
            <a:ext cx="8183880" cy="667512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8221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交付复现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847088" y="37947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初赛材料归档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617720" y="3767328"/>
            <a:ext cx="3767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固定源码＋逐项证据＋公开克隆回执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57200" y="4498848"/>
            <a:ext cx="8183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本轮还补齐：Apple系统SDK传递、大历史流式响应、断连清理与回归。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103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/ 三项反例驱动修复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38912" y="70408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技术三：检查真实链接，绑定唯一接口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38912" y="4690872"/>
            <a:ext cx="7726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回归：native_links.cj / native_index.cj / test_bindings.py / test_native_workbench.py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47091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64208"/>
            <a:ext cx="3886200" cy="2660904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810512"/>
            <a:ext cx="35570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实际链接与完整标题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21792" y="2368296"/>
            <a:ext cx="355701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实际HTML href / src按索引位置解析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多行标题累积完整段落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97条解析断言＋13条实际索引断言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每个SDK独立执行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54880" y="1664208"/>
            <a:ext cx="3886200" cy="2660904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9472" y="1810512"/>
            <a:ext cx="35570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示例归属只认唯一身份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919472" y="2368296"/>
            <a:ext cx="355701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read → 重名歧义，拒绝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First.read → 唯一成员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重载 → 精确symbol_id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报告、查询、导出共用身份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4462272"/>
            <a:ext cx="8183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外链离线保持UNVERIFIED；登记关联不等于自动证明完整语义覆盖。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103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/ R2最终实测 · 各数字口径分开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38912" y="70408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效果用证据量化，失败和边界不隐藏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38912" y="4690872"/>
            <a:ext cx="7726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证据：VERIFICATION.md · integration-tests.txt · live-history-pressure.json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47091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62763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123</a:t>
            </a:r>
            <a:endParaRPr lang="en-US" sz="3500" dirty="0"/>
          </a:p>
        </p:txBody>
      </p:sp>
      <p:sp>
        <p:nvSpPr>
          <p:cNvPr id="8" name="Text 6"/>
          <p:cNvSpPr/>
          <p:nvPr/>
        </p:nvSpPr>
        <p:spPr>
          <a:xfrm>
            <a:off x="594360" y="2231136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集成测试全通过 · 零跳过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46320" y="162763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3500" dirty="0"/>
          </a:p>
        </p:txBody>
      </p:sp>
      <p:sp>
        <p:nvSpPr>
          <p:cNvPr id="10" name="Text 8"/>
          <p:cNvSpPr/>
          <p:nvPr/>
        </p:nvSpPr>
        <p:spPr>
          <a:xfrm>
            <a:off x="4846320" y="2231136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两版SDK合计的原生测试程序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94360" y="28346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655</a:t>
            </a:r>
            <a:endParaRPr lang="en-US" sz="3500" dirty="0"/>
          </a:p>
        </p:txBody>
      </p:sp>
      <p:sp>
        <p:nvSpPr>
          <p:cNvPr id="12" name="Text 10"/>
          <p:cNvSpPr/>
          <p:nvPr/>
        </p:nvSpPr>
        <p:spPr>
          <a:xfrm>
            <a:off x="594360" y="3438144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实际保留的历史记录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46320" y="28346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120 / 120</a:t>
            </a:r>
            <a:endParaRPr lang="en-US" sz="3500" dirty="0"/>
          </a:p>
        </p:txBody>
      </p:sp>
      <p:sp>
        <p:nvSpPr>
          <p:cNvPr id="14" name="Text 12"/>
          <p:cNvSpPr/>
          <p:nvPr/>
        </p:nvSpPr>
        <p:spPr>
          <a:xfrm>
            <a:off x="4846320" y="3438144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12并发 × 10轮读取成功 · 文件未变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4206240"/>
            <a:ext cx="8183880" cy="365760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4288536"/>
            <a:ext cx="7863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另有约20MB结构化归档与断连清理回归；测试数量不是覆盖率。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103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/ 公开交付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38912" y="70408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交给评委：固定源码、干净克隆、独立重建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38912" y="4690872"/>
            <a:ext cx="7726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AtomGit主仓库 / GitHub镜像；运行条件与克隆回执：judge-quickstart.md / PUBLIC-CLONE.md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47091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73352"/>
            <a:ext cx="4023360" cy="2734056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187452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DF6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固定功能源码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67512" y="246888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DF6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075aeb3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667512" y="326440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3C5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finals-source-20261029-r2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7512" y="384048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F6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源码与后续材料提交分别记录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00600" y="170992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公开克隆 → 登记已安装SDK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构建启动 → 查询 / 导出 / 重建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800600" y="26060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</a:t>
            </a:r>
            <a:endParaRPr lang="en-US" sz="3500" dirty="0"/>
          </a:p>
        </p:txBody>
      </p:sp>
      <p:sp>
        <p:nvSpPr>
          <p:cNvPr id="14" name="Text 12"/>
          <p:cNvSpPr/>
          <p:nvPr/>
        </p:nvSpPr>
        <p:spPr>
          <a:xfrm>
            <a:off x="4800600" y="3209544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两版SDK分别导出并重建的实际输出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00600" y="3895344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新缓存真实库：原版36/40，修复40/40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无预存build、报告或第三方缓存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D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2103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/ 价值与边界 · 7分20秒结束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38912" y="70408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让维护者与评委，能够重复检查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38912" y="4690872"/>
            <a:ext cx="7726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公开入口：atomgit.com/c2892480843s/cj-docguard；备查页11–14仅追问时使用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29578"/>
          </a:solidFill>
          <a:ln w="12700">
            <a:solidFill>
              <a:srgbClr val="E295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0" y="47091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3886200" cy="2359152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837944"/>
            <a:ext cx="35570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交付价值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21792" y="2395728"/>
            <a:ext cx="3557016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文档可检索、示例可验证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版本和链接能自动检查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源码变化后拒绝旧证据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公开克隆能够重复运行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54880" y="1691640"/>
            <a:ext cx="3886200" cy="2359152"/>
          </a:xfrm>
          <a:prstGeom prst="rect">
            <a:avLst/>
          </a:prstGeom>
          <a:solidFill>
            <a:srgbClr val="83C5BE"/>
          </a:solidFill>
          <a:ln w="12700">
            <a:solidFill>
              <a:srgbClr val="83C5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19472" y="1837944"/>
            <a:ext cx="35570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当前实测范围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919472" y="2395728"/>
            <a:ext cx="3557016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macOS arm64 / 两版SDK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审核后登记的可信本地项目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外链离线未验证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不等同于OS安全沙箱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4279392"/>
            <a:ext cx="8183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6D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后续：扩展平台回归与更复杂项目输入。谢谢各位评委。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CJ-DocGuard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CJ-DocGuard 决赛路演（主讲含90秒网页演示）</dc:title>
  <dc:subject>项目级API文档生成及测试 / R2 075aeb3</dc:subject>
  <dc:creator>CJ-DocGuard</dc:creator>
  <cp:lastModifiedBy>CJ-DocGuard</cp:lastModifiedBy>
  <cp:revision>1</cp:revision>
  <dcterms:created xsi:type="dcterms:W3CDTF">2026-10-29T07:18:26Z</dcterms:created>
  <dcterms:modified xsi:type="dcterms:W3CDTF">2026-10-29T07:18:26Z</dcterms:modified>
</cp:coreProperties>
</file>