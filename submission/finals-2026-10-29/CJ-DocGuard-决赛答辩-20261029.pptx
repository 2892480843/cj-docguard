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约35秒。先讲价值：文档、示例与SDK版本容易脱节。作品用真实编译运行和当前输入身份连接三者。随后直接展示可操作的网页工作台。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约40秒。用三列对应赛题三项交付，避免泛泛描述平台。每项都有网页入口和自动检查产物。网页并非静态说明页，后续演示会展示真实任务和错误结果。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约45秒。回答是否使用仓颉：CLI核心和HTTP服务均是仓颉；前端仍是浏览器标准技术。C仅承担进程监督和信号桥。Python只在辅助、测试和协议适配中，正式服务不依赖Python HTTP运行时。可信本地代码执行不等于操作系统安全沙箱。新增大历史响应保护：请求读取保持并行，响应构造与发送串行化，避免多个大历史JSON同时解析造成内存峰值；保留完整历史，客户端上限16、发送超时5秒，不承诺无限单报告。并发回归结果以本轮最终验证记录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约45秒。关键设计不是展示绿色状态，而是拒绝不属于当前输入的旧证据。源码和配置、SDK与平台都进入身份。只编译样例不会伪装成运行通过。查询和导出共用准入规则，最新失败不能回退到历史成功。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55秒。例子是空串到汉字你：原版输出3字节，登记预期是1个码点。两个调用乘两个SDK产生4格失败。仅改两个空串分支，不改断言、不改锁定缓存；副本记录补丁、前后摘要与许可证。这是码点语义，未宣称处理字形簇或Unicode规范化，也未声称上游接受补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50秒。修复前只合成预期API锚点，遗漏索引里的真实坏href；现在实际URL与预期锚点两组都保留。多行Setext标题现在用完整段落生成锚点，错误短锚点不会误通过。远程链接离线未验证；base、重复属性、候选集合无法可靠解释时明确未验证，不计为通过。两个实际SDK分别跑97与13条原生断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45秒。原问题不是断言伪造，而是示例错误挂到同名成员。现在示例记录持久化准确symbol_id与binding_status，报告、查询、导出使用同一身份。重载需要精确ID，历史缺身份记录不能靠显示层重新绑定取得资格。回归覆盖跨文件、不同所属对象、重载与历史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45秒。这页作为实际浏览器演示导航，不是界面截图。准备阶段真实验证和现场点击必须区分。通过接口搜索展示add，再看矩阵、原版修复版对照、链接检查和源码改变后的证据失效。最后查看精确SDK查询与导出包；只有实际运行build.sh才称现场重建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40秒。主仓库AtomGit，GitHub镜像。按指南登记真实1.1.3和1.2.0工具链与兼容Apple系统SDK。记录源码冻结身份和后续证据提交，避免自引用摘要。干净克隆验证结果以发布目录回执为准；没有将本机预装工具链说成全新操作系统在线安装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35秒。总结价值：帮助库维护者对文档示例与SDK对应关系提供可重复检查的运行证据。进程监督不是OS安全沙箱，不声称其他平台完整回归、模型效果提升或上游采用。正式比赛时间与材料提交以后续通知为准，本轮源码同步不等于赛事正式提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50" kern="0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CANGJIE · PROJECT API DOCS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CJ-DocGuard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API 文档里的示例，拿得出运行证据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仓颉原生工作台  /  双 SDK 检查  /  当前证据准入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7955280" cy="48463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 #9：项目级 API 文档生成及测试  ·  决赛迭代 2026-10-29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要解决什么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赛题交付，形成网页操作闭环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依据：用户提供课题 #9 任务截图；docs/finals-requirement-evidence-2026-10-29.md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22402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5623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API 文档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478024"/>
            <a:ext cx="21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声明与源码位置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参数、返回类型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示例源码与接口搜索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560320" cy="22402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85623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示例正确性验证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93008" y="2478024"/>
            <a:ext cx="21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实际编译与运行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/ 退出码断言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期望值、实际值、日志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560320" cy="22402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85623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与索引检查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27648" y="2478024"/>
            <a:ext cx="21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1.1.3 / 1.2.0 矩阵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文档和实际索引链接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自动状态、原因与定位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登记项目  →  诊断  →  索引  →  验证  →  检查  →  查询 / 导出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如何实现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核心与本地服务，都由仓颉驱动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源码：src/ · workbench_native/ · web/ · scripts/native_env.sh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423160" cy="15087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56232"/>
            <a:ext cx="2020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浏览器工作台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478024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CSS / JavaScript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423160" cy="15087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1856232"/>
            <a:ext cx="2020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 HTTP 服务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478024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本地请求与任务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大历史响应有界并发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2423160" cy="15087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856232"/>
            <a:ext cx="2020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仓颉核心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9088" y="2478024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提取、验证、准入、报告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0779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78815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183880" cy="7315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3075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SDK 1.1.3 / 1.2.0   ·   C 进程监督 / 信号桥   ·   Bash 构建与启动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Python：测试、安装辅助与只读 MCP（模型上下文协议）适配；不提供正式 HTTP 服务。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为什么能信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一次成功，必须属于当前输入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源码：src/evidence.cj · src/bindings.cj · src/report.cj · src/export.cj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0116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0195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冻结输入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523744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/ 配置摘要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/ 平台身份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95728" y="25146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1737360"/>
            <a:ext cx="1920240" cy="20116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190195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真实执行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61488" y="2523744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 → 运行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有界日志与超时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25146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1920240" cy="20116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90195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断言检查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64608" y="2523744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输出与退出码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编译型明确区分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01968" y="25146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0" y="1737360"/>
            <a:ext cx="1920240" cy="20116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190195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证据准入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67728" y="2523744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最新记录优先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 API 身份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183880" cy="448056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87952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源码变化 → STALE；最新断言失败 → 拒绝旧成功；历史快照 → 不取得当前资格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价值与实际效果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真实库：保留失败，再验证修复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leven4cj：da69d981…；修复说明：docs/real-library-unicode-repair-2026-10-29.md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56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36 / 40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67512" y="257860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格 Unicode 空串断言失败，保留原样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645920"/>
            <a:ext cx="3840480" cy="13716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856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修复副本 40 / 40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10912" y="257860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显式应用补丁，两个 SDK 使用相同断言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根因：两个空串分支使用字节数；其余路径按 Unicode 码点计数。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8183880" cy="603504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0142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String.size  →  String.toRuneArray().size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初赛后改进：F01 + F02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实际索引与多行标题，都进入检查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回归：tests/native_index.cj · tests/native_links.cj · tests/test_cli.py · tests/test_native_workbench.py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989320" cy="11887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10512"/>
            <a:ext cx="5586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F01  实际 HTML URL 扫描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267712"/>
            <a:ext cx="55869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href / src 按实际索引文件位置解析；保留预期 API 锚点检查。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5989320" cy="11887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246120"/>
            <a:ext cx="5586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F02  完整 Setext 标题段落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3703320"/>
            <a:ext cx="55869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多行标题不丢首行；覆盖容器、边界、代码屏蔽及重复标题。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645920"/>
            <a:ext cx="1874520" cy="26243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7728" y="18562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67728" y="25511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链接解析断言 / SDK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67728" y="30540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967728" y="376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实际索引断言 / SDK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初赛后改进：F03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示例，只能绑定唯一 API 身份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源码：src/bindings.cj；回归：tests/native_bindings.cj · tests/test_bindings.py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886200" cy="260604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653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 ≠ 同一个接口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2606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First.read()  →  1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Second.read() →  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58368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只调用 First 的示例，不能证明 Second。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664208"/>
            <a:ext cx="3886200" cy="260604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82880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统一解析，统一准入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56048" y="2450592"/>
            <a:ext cx="3483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先收集完整符号目录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短名只在全局唯一时绑定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所属类型 / 限定名 / 精确 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未知与歧义：明确拒绝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现场操作主线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网页演示：从接口检索到独立重建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操作提纲：docs/finals-demo-runbook-2026-10-29.md；原生服务：scripts/workbench.sh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920240" cy="17830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420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检索接口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163824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个公共符号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声明、参数、返回及示例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2560320" y="2377440"/>
            <a:ext cx="1920240" cy="17830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25420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查看矩阵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61488" y="3163824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格：26 运行验证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仅编译，展示断言值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1920240" cy="17830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5420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检查与失效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64608" y="3163824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链接筛选、详情定位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源码改变后旧证据失效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9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6766560" y="2377440"/>
            <a:ext cx="1920240" cy="17830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25420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查询与导出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67728" y="3163824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 SDK / 平台准入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导出包运行 build.sh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另外可操作：项目登记与配置、源码编辑、任务取消、锁恢复、历史快照及报告对比。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完整交付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评委可从公开源码复现固定版本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评委指南：docs/judge-quickstart.md；精确源码和验证身份：submission/finals-2026-10-29/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183880" cy="11430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653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finals-source-20261029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4414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源码标签；精确提交与后续证据提交分别记录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 → 登记真实 SDK → 构建并启动 → 浏览器操作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183880" cy="62179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886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scripts/build_workbench.sh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scripts/workbench.sh --port 8765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94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可复现的项目级文档验证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交付有证据，边界说清楚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公开源码：atomgit.com/c2892480843s/cj-docguard  ·  决赛验证记录见仓库材料入口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18304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886200" cy="22860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56232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本轮交付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" y="2478024"/>
            <a:ext cx="3483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仓颉核心 + 仓颉本地服务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网页完成核心验证工作流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三项功能修复与回归测试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固定源码、指南与验证记录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886200" cy="22860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856232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适用边界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56048" y="2478024"/>
            <a:ext cx="3483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arm64；两版实际 SDK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可信本地、登记后的项目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外链离线未验证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非完整语言语义 / CommonMark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目标：让库维护者与评审能重复检查，而不是只相信一次展示。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CJ-DocGuard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CJ-DocGuard 决赛答辩</dc:title>
  <dc:subject>仓颉生态创新开发挑战赛课题 #9</dc:subject>
  <dc:creator>CJ-DocGuard</dc:creator>
  <cp:lastModifiedBy>CJ-DocGuard</cp:lastModifiedBy>
  <cp:revision>1</cp:revision>
  <dcterms:created xsi:type="dcterms:W3CDTF">2026-10-29T05:49:37Z</dcterms:created>
  <dcterms:modified xsi:type="dcterms:W3CDTF">2026-10-29T05:49:37Z</dcterms:modified>
</cp:coreProperties>
</file>