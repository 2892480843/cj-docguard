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30e2082b0b448e" /><Relationship Type="http://schemas.openxmlformats.org/officeDocument/2006/relationships/extended-properties" Target="/docProps/app.xml" Id="R2dd067a3621d48ae" /><Relationship Type="http://schemas.openxmlformats.org/officeDocument/2006/relationships/officeDocument" Target="/ppt/presentation.xml" Id="Rc63ecab163274a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a209496f474fb9"/>
  </p:sldMasterIdLst>
  <p:notesMasterIdLst>
    <p:notesMasterId xmlns:r="http://schemas.openxmlformats.org/officeDocument/2006/relationships" r:id="R4ec0a0f8551f4552"/>
  </p:notesMasterIdLst>
  <p:sldIdLst>
    <p:sldId xmlns:r="http://schemas.openxmlformats.org/officeDocument/2006/relationships" id="256" r:id="Rfa6cfea42cae435b"/>
    <p:sldId xmlns:r="http://schemas.openxmlformats.org/officeDocument/2006/relationships" id="257" r:id="R55ea47450ca24a54"/>
    <p:sldId xmlns:r="http://schemas.openxmlformats.org/officeDocument/2006/relationships" id="258" r:id="R4079ab7ad71940dc"/>
    <p:sldId xmlns:r="http://schemas.openxmlformats.org/officeDocument/2006/relationships" id="259" r:id="Rca1ce057379b4a73"/>
    <p:sldId xmlns:r="http://schemas.openxmlformats.org/officeDocument/2006/relationships" id="260" r:id="R6141b7d722b64ff9"/>
    <p:sldId xmlns:r="http://schemas.openxmlformats.org/officeDocument/2006/relationships" id="261" r:id="Rc331f54834b049dd"/>
    <p:sldId xmlns:r="http://schemas.openxmlformats.org/officeDocument/2006/relationships" id="262" r:id="Re3529e7680d449bf"/>
    <p:sldId xmlns:r="http://schemas.openxmlformats.org/officeDocument/2006/relationships" id="263" r:id="Rffc951f048c840d0"/>
    <p:sldId xmlns:r="http://schemas.openxmlformats.org/officeDocument/2006/relationships" id="264" r:id="R171192e8a51747c1"/>
    <p:sldId xmlns:r="http://schemas.openxmlformats.org/officeDocument/2006/relationships" id="265" r:id="Rbe6a60ecc10b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8b47b8de13468f" /><Relationship Type="http://schemas.openxmlformats.org/officeDocument/2006/relationships/slideMaster" Target="/ppt/slideMasters/slideMaster1.xml" Id="R6ea209496f474fb9" /><Relationship Type="http://schemas.openxmlformats.org/officeDocument/2006/relationships/notesMaster" Target="/ppt/notesMasters/notesMaster1.xml" Id="R4ec0a0f8551f4552" /><Relationship Type="http://schemas.openxmlformats.org/officeDocument/2006/relationships/presProps" Target="/ppt/presProps.xml" Id="R00f6770cc9c343f4" /><Relationship Type="http://schemas.openxmlformats.org/officeDocument/2006/relationships/tableStyles" Target="/ppt/tableStyles.xml" Id="R85961d00a5384202" /><Relationship Type="http://schemas.openxmlformats.org/officeDocument/2006/relationships/slide" Target="/ppt/slides/slide1.xml" Id="Rfa6cfea42cae435b" /><Relationship Type="http://schemas.openxmlformats.org/officeDocument/2006/relationships/slide" Target="/ppt/slides/slide2.xml" Id="R55ea47450ca24a54" /><Relationship Type="http://schemas.openxmlformats.org/officeDocument/2006/relationships/slide" Target="/ppt/slides/slide3.xml" Id="R4079ab7ad71940dc" /><Relationship Type="http://schemas.openxmlformats.org/officeDocument/2006/relationships/slide" Target="/ppt/slides/slide4.xml" Id="Rca1ce057379b4a73" /><Relationship Type="http://schemas.openxmlformats.org/officeDocument/2006/relationships/slide" Target="/ppt/slides/slide5.xml" Id="R6141b7d722b64ff9" /><Relationship Type="http://schemas.openxmlformats.org/officeDocument/2006/relationships/slide" Target="/ppt/slides/slide6.xml" Id="Rc331f54834b049dd" /><Relationship Type="http://schemas.openxmlformats.org/officeDocument/2006/relationships/slide" Target="/ppt/slides/slide7.xml" Id="Re3529e7680d449bf" /><Relationship Type="http://schemas.openxmlformats.org/officeDocument/2006/relationships/slide" Target="/ppt/slides/slide8.xml" Id="Rffc951f048c840d0" /><Relationship Type="http://schemas.openxmlformats.org/officeDocument/2006/relationships/slide" Target="/ppt/slides/slide9.xml" Id="R171192e8a51747c1" /><Relationship Type="http://schemas.openxmlformats.org/officeDocument/2006/relationships/slide" Target="/ppt/slides/slide10.xml" Id="Rbe6a60ecc10b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ed4abcf1b84d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8d343fdd8145d7" /><Relationship Type="http://schemas.openxmlformats.org/officeDocument/2006/relationships/notesMaster" Target="/ppt/notesMasters/notesMaster1.xml" Id="Rab27d624ccdf41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6fc7c7316c48de" /><Relationship Type="http://schemas.openxmlformats.org/officeDocument/2006/relationships/notesMaster" Target="/ppt/notesMasters/notesMaster1.xml" Id="R051c751e355447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f44938cc9d4d67" /><Relationship Type="http://schemas.openxmlformats.org/officeDocument/2006/relationships/notesMaster" Target="/ppt/notesMasters/notesMaster1.xml" Id="Rc5ae685a891f45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d488d2392843c8" /><Relationship Type="http://schemas.openxmlformats.org/officeDocument/2006/relationships/notesMaster" Target="/ppt/notesMasters/notesMaster1.xml" Id="R6a976af6e19c42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c3781af0544681" /><Relationship Type="http://schemas.openxmlformats.org/officeDocument/2006/relationships/notesMaster" Target="/ppt/notesMasters/notesMaster1.xml" Id="Rc60bbf6ccd2f4e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0dafcce5b49dc" /><Relationship Type="http://schemas.openxmlformats.org/officeDocument/2006/relationships/notesMaster" Target="/ppt/notesMasters/notesMaster1.xml" Id="R1cf6e13d13e641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e2272237304444" /><Relationship Type="http://schemas.openxmlformats.org/officeDocument/2006/relationships/notesMaster" Target="/ppt/notesMasters/notesMaster1.xml" Id="R85c6e63e55bf48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c14798038d40fe" /><Relationship Type="http://schemas.openxmlformats.org/officeDocument/2006/relationships/notesMaster" Target="/ppt/notesMasters/notesMaster1.xml" Id="R86fd999418f446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d058710e4c4a7a" /><Relationship Type="http://schemas.openxmlformats.org/officeDocument/2006/relationships/notesMaster" Target="/ppt/notesMasters/notesMaster1.xml" Id="R1d5d732e8ad6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7f0c34642a4142" /><Relationship Type="http://schemas.openxmlformats.org/officeDocument/2006/relationships/notesMaster" Target="/ppt/notesMasters/notesMaster1.xml" Id="Rac3b27c2e1a5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作品名称：CJ-DocGuard 项目级 API 文档生成及示例证据验证。负责人陈帅，成员沈均皓、袁雨芳。主仓库https://atomgit.com/c2892480843s/cj-docguard。材料身份与测试范围见docs/acceptance.md。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来源：docs/prd-original.md、docs/prd-export.md。此页说明目标场景，非用户调研统计。API指公共编程接口。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来源：src/extractor.cj、src/engine.cj、src/evidence.cj、src/report.cj、src/export.cj、scripts/runner.c、scripts/mcp_stdio.py。仓颉std.ast提取声明，Python不模拟编译器。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来源：src/evidence.cj、src/engine.cj。准入要求运行验证、完成状态、输入/环境身份匹配、阶段日志完整和登记断言通过。查询必须精确指定SDK及实际平台。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来源：R12 build/rubric-optimization-20261007/summary.json及query-stale、export-stale日志。对照对象是同一项目初次报告的静态状态读取，不是第三方产品或完整竞品实验。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来源：docs/acceptance.md R05、R11、R12。R05固定4910c15完整回归80项Python零跳过，两个SDK共14个原生程序。R11固定8a886f7的14项MCP测试。R03受控308次历史128MB堆，旧check/verify内存不足，修复后query/verify/check退出0。后续原生核心未改，各轮证据范围分开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来源：R12 summary.json，leven4cj固定da69d981027b9fcbe12d09cfbb275b4ce8acc91d，Apache-2.0，全生产源码保持字节一致。20不同登记调用，两个真实SDK40格。每版18当前有效，2登记断言失败。strict退出1，失败保留，不表示上游采用。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来源：R12 query、export、rebuild双SDK原始日志。固定leven4cj的upstream-api。两版本标准输出均3\n2\n3\n，出口为冻结源码和证据清单，重建使用相应真实SDK。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来源：https://atomgit.com/c2892480843s/cj-docguard-ai README、docs/verification.md。自研独立分发依赖主仓库仓颉引擎。三工具list_symbols、get_verified_examples、get_evidence。历史30对模型实验功能均30/30，综合30/30对29/30，未见提升，不将普通AI使用过程作为贡献。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来源：README.md、docs/support.md、docs/submission-index.md、docs/rubric-evidence.md。主作品与独立贡献均AtomGit公开可读。用户B站URLhttps://www.bilibili.com/video/BV1R5HC6MEDo/。签字和正式提交待本人。不宣称社区采用或得分。</a:t>
            </a:r>
          </a:p>
          <a:p xmlns:a="http://schemas.openxmlformats.org/drawingml/2006/main">
            <a:r>
              <a:t>本版只重做视觉与措辞，未运行新产品测试。插画由内置imagegen生成，非真实运行截图。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148e518bc47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e7c7fcd8ea47ee" /><Relationship Type="http://schemas.openxmlformats.org/officeDocument/2006/relationships/slideLayout" Target="/ppt/slideLayouts/slideLayout1.xml" Id="R8421f6a6a6ab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21f6a6a6ab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778b8caa14088" /><Relationship Type="http://schemas.openxmlformats.org/officeDocument/2006/relationships/image" Target="/ppt/media/image.png" Id="R1b5665e38b2d4fdc" /><Relationship Type="http://schemas.openxmlformats.org/officeDocument/2006/relationships/notesSlide" Target="/ppt/notesSlides/notesSlide1.xml" Id="Re48883e3fdd3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0bb0bfdd3437d" /><Relationship Type="http://schemas.openxmlformats.org/officeDocument/2006/relationships/image" Target="/ppt/media/image2.png" Id="R508dd1be248a4ac7" /><Relationship Type="http://schemas.openxmlformats.org/officeDocument/2006/relationships/notesSlide" Target="/ppt/notesSlides/notesSlide2.xml" Id="Rc07f340d02374f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b8280597c4b72" /><Relationship Type="http://schemas.openxmlformats.org/officeDocument/2006/relationships/image" Target="/ppt/media/image3.png" Id="Rccd45e33b56847d8" /><Relationship Type="http://schemas.openxmlformats.org/officeDocument/2006/relationships/notesSlide" Target="/ppt/notesSlides/notesSlide3.xml" Id="R4631a2d1289f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c72b024ed472f" /><Relationship Type="http://schemas.openxmlformats.org/officeDocument/2006/relationships/image" Target="/ppt/media/image4.png" Id="R376240e05b1f4c08" /><Relationship Type="http://schemas.openxmlformats.org/officeDocument/2006/relationships/notesSlide" Target="/ppt/notesSlides/notesSlide4.xml" Id="R4df6e28b3a27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94b64c7974968" /><Relationship Type="http://schemas.openxmlformats.org/officeDocument/2006/relationships/image" Target="/ppt/media/image5.png" Id="Rf9b4f11740da447c" /><Relationship Type="http://schemas.openxmlformats.org/officeDocument/2006/relationships/notesSlide" Target="/ppt/notesSlides/notesSlide5.xml" Id="R10b5f58c92e94e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f5d89d5a74063" /><Relationship Type="http://schemas.openxmlformats.org/officeDocument/2006/relationships/image" Target="/ppt/media/image6.png" Id="R8704c1b1f6374057" /><Relationship Type="http://schemas.openxmlformats.org/officeDocument/2006/relationships/notesSlide" Target="/ppt/notesSlides/notesSlide6.xml" Id="R2917ea62410d49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4c6e1c40b4277" /><Relationship Type="http://schemas.openxmlformats.org/officeDocument/2006/relationships/image" Target="/ppt/media/image7.png" Id="R61e393cd8aa64a77" /><Relationship Type="http://schemas.openxmlformats.org/officeDocument/2006/relationships/chart" Target="/ppt/slides/charts/chart1.xml" Id="Rb91c800663454462" /><Relationship Type="http://schemas.openxmlformats.org/officeDocument/2006/relationships/notesSlide" Target="/ppt/notesSlides/notesSlide7.xml" Id="R577c35425d174e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ea888c09b4917" /><Relationship Type="http://schemas.openxmlformats.org/officeDocument/2006/relationships/image" Target="/ppt/media/image8.png" Id="Rdc6260d06412481b" /><Relationship Type="http://schemas.openxmlformats.org/officeDocument/2006/relationships/notesSlide" Target="/ppt/notesSlides/notesSlide8.xml" Id="Ra7d7900b387f4a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1c9e556c34c81" /><Relationship Type="http://schemas.openxmlformats.org/officeDocument/2006/relationships/image" Target="/ppt/media/image9.png" Id="R5655cb3f214546fb" /><Relationship Type="http://schemas.openxmlformats.org/officeDocument/2006/relationships/notesSlide" Target="/ppt/notesSlides/notesSlide9.xml" Id="R7e36f30b172947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b581dbd3c4767" /><Relationship Type="http://schemas.openxmlformats.org/officeDocument/2006/relationships/image" Target="/ppt/media/image10.png" Id="R27fe1a7fef034978" /><Relationship Type="http://schemas.openxmlformats.org/officeDocument/2006/relationships/notesSlide" Target="/ppt/notesSlides/notesSlide10.xml" Id="R557a77e8d41146b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当前有效</c:v>
          </c:tx>
          <c:spPr>
            <a:solidFill xmlns:a="http://schemas.openxmlformats.org/drawingml/2006/main">
              <a:srgbClr val="8ECAB0"/>
            </a:solidFill>
          </c:spPr>
          <c:cat>
            <c:strRef>
              <c:f>'Chart Data'!$A$2:$A$3</c:f>
              <c:strCache>
                <c:ptCount val="2"/>
                <c:pt idx="0">
                  <c:v>SDK 1.1.3</c:v>
                </c:pt>
                <c:pt idx="1">
                  <c:v>SDK 1.2.0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v>断言失败</c:v>
          </c:tx>
          <c:spPr>
            <a:solidFill xmlns:a="http://schemas.openxmlformats.org/drawingml/2006/main">
              <a:srgbClr val="F5B899"/>
            </a:solidFill>
          </c:spPr>
          <c:cat>
            <c:strRef>
              <c:f>'Chart Data'!$C$2:$C$3</c:f>
              <c:strCache>
                <c:ptCount val="2"/>
                <c:pt idx="0">
                  <c:v>SDK 1.1.3</c:v>
                </c:pt>
                <c:pt idx="1">
                  <c:v>SDK 1.2.0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315547"/>
                  </a:solidFill>
                  <a:latin typeface="Yuanti SC"/>
                  <a:ea typeface="Yuanti SC"/>
                  <a:cs typeface="Yuanti S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Yuanti SC"/>
                <a:ea typeface="Yuanti SC"/>
                <a:cs typeface="Yuanti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Yuanti SC"/>
                <a:ea typeface="Yuanti SC"/>
                <a:cs typeface="Yuanti S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Yuanti SC"/>
              <a:ea typeface="Yuanti SC"/>
              <a:cs typeface="Yuanti S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665e38b2d4f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EE822-7867-4D3A-98D5-F0312E8C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6715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315547"/>
                </a:solidFill>
                <a:latin typeface="Comic Sans MS"/>
                <a:ea typeface="Comic Sans MS"/>
                <a:cs typeface="Comic Sans MS"/>
              </a:defRPr>
            </a:pPr>
            <a:r>
              <a:rPr sz="5700" b="1">
                <a:solidFill>
                  <a:srgbClr val="315547"/>
                </a:solidFill>
                <a:latin typeface="Comic Sans MS"/>
                <a:ea typeface="Comic Sans MS"/>
                <a:cs typeface="Comic Sans MS"/>
              </a:rPr>
              <a:t>CJ-DocGuard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3B1C7-FF03-48C1-AD00-503506E2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796495"/>
                </a:solidFill>
                <a:latin typeface="Wawati SC"/>
                <a:ea typeface="Wawati SC"/>
                <a:cs typeface="Wawati SC"/>
              </a:defRPr>
            </a:pPr>
            <a:r>
              <a:rPr sz="4275" b="0">
                <a:solidFill>
                  <a:srgbClr val="796495"/>
                </a:solidFill>
                <a:latin typeface="Wawati SC"/>
                <a:ea typeface="Wawati SC"/>
                <a:cs typeface="Wawati SC"/>
              </a:rPr>
              <a:t>仓颉文档的小卫士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9D165-DF00-46FF-B1EC-21F5D147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55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API 文档与示例证据验证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711FF-1BD1-465A-92DE-838DC164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642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2175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这个示例在哪里运行过？</a:t>
            </a:r>
          </a:p>
          <a:p xmlns:a="http://schemas.openxmlformats.org/drawingml/2006/main">
            <a:pPr>
              <a:defRPr sz="2175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2175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现在的工程还能使用这份证据吗？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F445A-029D-4FFD-BA8F-BDA0C16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1800" b="0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陈帅  沈均皓  袁雨芳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74D3B-5CD3-474E-966E-F6F0B9E0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4840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50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仓颉生态创新开发挑战赛</a:t>
            </a:r>
          </a:p>
        </p:txBody>
      </p:sp>
    </p:spTree>
    <p:extLst>
      <p:ext uri="{BB962C8B-B14F-4D97-AF65-F5344CB8AC3E}">
        <p14:creationId xmlns:p14="http://schemas.microsoft.com/office/powerpoint/2010/main" val="1035472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dd1be248a4a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8DFEE-14F1-4640-8433-C166C306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C962E-1D3B-4489-933B-A532FEE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示例为什么需要验证？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B635B-D5B2-418F-91ED-5DC2A997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维护者与 AI 编码助手，都需要可核验的依据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16BA-D41F-4015-B86D-096BD9A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145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9F4BC-52B8-4FDE-BD54-2481F54F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4310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源码和开发工具更新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A768E-2A72-4FAA-9034-0373C655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907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文档中的旧成功记录，可能已经跟不上当前工程。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9BB05-1EA0-4A3E-ABD1-1735E9E8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0AB8E-F08E-4D2A-B113-4FDAE96F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0992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维护者重新确认示例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71142-3BD6-4F51-ADB8-C9775D44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576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需要知道在哪个环境运行、是否满足预期结果。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D55D3-6E7B-4F20-B8D0-7227C38E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2C797-C514-4C1E-993E-7417A95E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767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助手引用可靠依据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A135E-449A-4F8E-8F80-E6BF92C0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244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把接口声明、实际运行结果和输入身份连起来。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A7864-0FF8-42F6-B0AA-3A6D7C74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API 是公共编程接口。本页描述目标场景，不代表用户调研统计。</a:t>
            </a:r>
          </a:p>
        </p:txBody>
      </p:sp>
    </p:spTree>
    <p:extLst>
      <p:ext uri="{BB962C8B-B14F-4D97-AF65-F5344CB8AC3E}">
        <p14:creationId xmlns:p14="http://schemas.microsoft.com/office/powerpoint/2010/main" val="334651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45e33b56847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7B59-9C2B-4F99-9248-DBDE4F54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36D4-BA0C-4482-A65B-EE384A60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小卫士怎样工作？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A4D48-676D-4E67-B799-957E2C31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仓颉处理核心逻辑，辅助组件负责执行与接入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14400" y="1943100"/>
          <a:ext xmlns:a="http://schemas.openxmlformats.org/drawingml/2006/main" cx="100965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476500"/>
                <a:gridCol w="44767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职责</a:t>
                      </a:r>
                    </a:p>
                  </a:txBody>
                  <a:tcPr marL="171450" marR="171450" marT="114300" marB="114300">
                    <a:solidFill>
                      <a:srgbClr val="DA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实现</a:t>
                      </a:r>
                    </a:p>
                  </a:txBody>
                  <a:tcPr marL="171450" marR="171450" marT="114300" marB="114300">
                    <a:solidFill>
                      <a:srgbClr val="DA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作用</a:t>
                      </a:r>
                    </a:p>
                  </a:txBody>
                  <a:tcPr marL="171450" marR="171450" marT="114300" marB="114300">
                    <a:solidFill>
                      <a:srgbClr val="DAEEE2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声明与源码位置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仓颉 std.ast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生成公共接口文档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输入身份与证据准入</a:t>
                      </a:r>
                    </a:p>
                  </a:txBody>
                  <a:tcPr marL="171450" marR="171450" marT="114300" marB="114300">
                    <a:solidFill>
                      <a:srgbClr val="FFE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仓颉引擎</a:t>
                      </a:r>
                    </a:p>
                  </a:txBody>
                  <a:tcPr marL="171450" marR="171450" marT="114300" marB="114300">
                    <a:solidFill>
                      <a:srgbClr val="FFE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拒绝旧输入及不完整证据</a:t>
                      </a:r>
                    </a:p>
                  </a:txBody>
                  <a:tcPr marL="171450" marR="171450" marT="114300" marB="114300">
                    <a:solidFill>
                      <a:srgbClr val="FFE6D3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进程资源控制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Unix C 监督器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超时、中断、子进程清理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构建与助手接入</a:t>
                      </a:r>
                    </a:p>
                  </a:txBody>
                  <a:tcPr marL="171450" marR="171450" marT="114300" marB="114300">
                    <a:solidFill>
                      <a:srgbClr val="EBE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Python 标准库</a:t>
                      </a:r>
                    </a:p>
                  </a:txBody>
                  <a:tcPr marL="171450" marR="171450" marT="114300" marB="114300">
                    <a:solidFill>
                      <a:srgbClr val="EBE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调用真实引擎，提供只读查询</a:t>
                      </a:r>
                    </a:p>
                  </a:txBody>
                  <a:tcPr marL="171450" marR="171450" marT="114300" marB="114300">
                    <a:solidFill>
                      <a:srgbClr val="EBE2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C5915-42EB-4516-800B-3B0D88B9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进程监督器提供资源控制，不能代替操作系统安全沙箱。</a:t>
            </a:r>
          </a:p>
        </p:txBody>
      </p:sp>
    </p:spTree>
    <p:extLst>
      <p:ext uri="{BB962C8B-B14F-4D97-AF65-F5344CB8AC3E}">
        <p14:creationId xmlns:p14="http://schemas.microsoft.com/office/powerpoint/2010/main" val="694564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240e05b1f4c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29E6C-917B-44AE-B8FB-71791B9A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07CB8-49A0-419C-99B8-2A7A2BA2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一份证据的四个检查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410DA-08A8-42B8-8B88-FBAD33A5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只有满足全部条件，才会作为当前有效证据返回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EC81A-39C6-41BA-992F-6E2A772B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C0B04-559A-4958-9B7A-EDF356A7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4307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运行真的完成了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B6149-45C4-46E4-8238-0F10B7A5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90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实际编译、运行完成，登记的结果断言通过。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C9E12-F721-46FC-B438-595FA7BB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9F719-9E80-4C77-9E5B-8FAD10FF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8130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输入与环境一致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BF3A2-6A07-46A2-B660-A839E36E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289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当前源码、配置、开发工具版本和平台匹配。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9B45D-F0E1-4CA5-A2C1-C43D6DDB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1C4B3-D613-4952-8955-F38C0B5A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952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以最新尝试为准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32AB6-FBAA-4F4F-8F5B-9623ADB2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672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较新的失败、中断或进行中结果优先。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1C164-C21F-4789-A74F-01674BF9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05982-F5C1-499B-996B-C4296E8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577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记录完整可追溯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556FF-B55F-4C59-A263-81877D5E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054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阶段日志、源码快照和摘要完整。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622DB-5995-498C-9075-EA181218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SDK 是包含编译器和标准库的开发工具包，查询时须指定准确版本与平台。</a:t>
            </a:r>
          </a:p>
        </p:txBody>
      </p:sp>
    </p:spTree>
    <p:extLst>
      <p:ext uri="{BB962C8B-B14F-4D97-AF65-F5344CB8AC3E}">
        <p14:creationId xmlns:p14="http://schemas.microsoft.com/office/powerpoint/2010/main" val="1009903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4f11740da447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19684-B052-4A10-BE6A-C98C4887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BF7FA-FFDB-41AC-8101-D9B26A8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输入变化后，会发生什么？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0BDC9-248B-41DC-92E6-360FEA42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同一个固定库：比较旧报告和重新查询的结果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86C78-58E1-4815-9D85-E30AD1CF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7305B-2D74-4F00-834D-05054F04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95262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读取原报告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11A26-BE9F-4C60-8420-074B687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003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仍可看到 RUN_VERIFIED，即历史运行成功。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3566E-3E3D-42D3-BC6C-291A25E6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B7B56-6360-468B-922C-EA0F29FA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9087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重新查询当前证据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3BF5B-EB6A-4474-AE29-3930019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返回空结果，当前性标记为 STALE，即输入已变化。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3BB2A-3B9C-433A-84BF-E1086F0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DD90C-28A9-4D5F-8464-528027AE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2912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尝试导出可运行示例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C268-E9D2-4CDF-8862-30532D8E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768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退出码为 1，未创建导出目录。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CB349-8179-4E80-AA60-24DDA459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历史成功与当前有效性分别判断。本次对照未验证第三方产品或模型效果。</a:t>
            </a:r>
          </a:p>
        </p:txBody>
      </p:sp>
    </p:spTree>
    <p:extLst>
      <p:ext uri="{BB962C8B-B14F-4D97-AF65-F5344CB8AC3E}">
        <p14:creationId xmlns:p14="http://schemas.microsoft.com/office/powerpoint/2010/main" val="853828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04c1b1f63740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06FD9-797A-440C-A5B6-63A80A1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34470-F322-42D5-8DD6-AEDEE7A2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测试结果有记录可查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9388A-448F-42ED-8BC1-3C074077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不同验证轮次分别保留，避免把历史结果当作新测试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914400" y="1943100"/>
          <a:ext xmlns:a="http://schemas.openxmlformats.org/drawingml/2006/main" cx="100965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000625"/>
                <a:gridCol w="190500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验证范围</a:t>
                      </a:r>
                    </a:p>
                  </a:txBody>
                  <a:tcPr marL="171450" marR="171450" marT="114300" marB="114300">
                    <a:solidFill>
                      <a:srgbClr val="DA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结果</a:t>
                      </a:r>
                    </a:p>
                  </a:txBody>
                  <a:tcPr marL="171450" marR="171450" marT="114300" marB="114300">
                    <a:solidFill>
                      <a:srgbClr val="DA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记录</a:t>
                      </a:r>
                    </a:p>
                  </a:txBody>
                  <a:tcPr marL="171450" marR="171450" marT="114300" marB="114300">
                    <a:solidFill>
                      <a:srgbClr val="DAEEE2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完整核心回归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80 项 Python，零跳过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R05 冻结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原生模块双 SDK</a:t>
                      </a:r>
                    </a:p>
                  </a:txBody>
                  <a:tcPr marL="171450" marR="171450" marT="114300" marB="114300">
                    <a:solidFill>
                      <a:srgbClr val="FFE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14 个程序通过</a:t>
                      </a:r>
                    </a:p>
                  </a:txBody>
                  <a:tcPr marL="171450" marR="171450" marT="114300" marB="114300">
                    <a:solidFill>
                      <a:srgbClr val="FFE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R05 冻结</a:t>
                      </a:r>
                    </a:p>
                  </a:txBody>
                  <a:tcPr marL="171450" marR="171450" marT="114300" marB="114300">
                    <a:solidFill>
                      <a:srgbClr val="FFE6D3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只读 MCP 集成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13 单元 + 1 原生集成通过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R11 聚焦</a:t>
                      </a:r>
                    </a:p>
                  </a:txBody>
                  <a:tcPr marL="171450" marR="171450" marT="114300" marB="114300">
                    <a:solidFill>
                      <a:srgbClr val="FFF9EF"/>
                    </a:solidFill>
                  </a:tcPr>
                </a:tc>
              </a:tr>
              <a:tr h="7643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308 次历史，128MB 堆</a:t>
                      </a:r>
                    </a:p>
                  </a:txBody>
                  <a:tcPr marL="171450" marR="171450" marT="114300" marB="114300">
                    <a:solidFill>
                      <a:srgbClr val="EBE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修复后查询、验证、检查退出 0</a:t>
                      </a:r>
                    </a:p>
                  </a:txBody>
                  <a:tcPr marL="171450" marR="171450" marT="114300" marB="114300">
                    <a:solidFill>
                      <a:srgbClr val="EBE2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547"/>
                          </a:solidFill>
                          <a:latin typeface="Yuanti SC"/>
                          <a:ea typeface="Yuanti SC"/>
                          <a:cs typeface="Yuanti SC"/>
                        </a:rPr>
                        <a:t>R03 受控</a:t>
                      </a:r>
                    </a:p>
                  </a:txBody>
                  <a:tcPr marL="171450" marR="171450" marT="114300" marB="114300">
                    <a:solidFill>
                      <a:srgbClr val="EBE2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264C0-D1B8-4AEB-850E-BDFD5DBC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MCP 是助手接入工具的协议。套件覆盖重叠，数量不代表准确率或覆盖率百分比。</a:t>
            </a:r>
          </a:p>
        </p:txBody>
      </p:sp>
    </p:spTree>
    <p:extLst>
      <p:ext uri="{BB962C8B-B14F-4D97-AF65-F5344CB8AC3E}">
        <p14:creationId xmlns:p14="http://schemas.microsoft.com/office/powerpoint/2010/main" val="1688542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393cd8aa64a7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DAA72-C649-4349-8F39-9A3929A4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F7057-B1C6-421E-A774-FD47D2B2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真实开源库的检查结果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1B683-35D1-4F81-B2A9-41E228CA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leven4cj：20 个登记调用，在两个真实开发工具版本下验证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04875" y="2076450"/>
          <a:ext xmlns:a="http://schemas.openxmlformats.org/drawingml/2006/main" cx="661987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1c80066345446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0669-5FEF-4A60-BA76-2136CA2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57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B0AC8-3808-4D64-904F-F41894BA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195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格验证记录全部保留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05D56-B088-4F67-99D2-12489959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250" b="0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36 格当前有效</a:t>
            </a:r>
          </a:p>
          <a:p xmlns:a="http://schemas.openxmlformats.org/drawingml/2006/main">
            <a:pPr>
              <a:defRPr sz="2250" b="0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250" b="0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4 格断言失败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1ED67-E663-48A7-BE0A-D641D853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85C3F"/>
                </a:solidFill>
                <a:latin typeface="Yuanti SC"/>
                <a:ea typeface="Yuanti SC"/>
                <a:cs typeface="Yuanti SC"/>
              </a:defRPr>
            </a:pPr>
            <a:r>
              <a:rPr sz="2100" b="1">
                <a:solidFill>
                  <a:srgbClr val="885C3F"/>
                </a:solidFill>
                <a:latin typeface="Yuanti SC"/>
                <a:ea typeface="Yuanti SC"/>
                <a:cs typeface="Yuanti SC"/>
              </a:rPr>
              <a:t>严格检查返回失败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2A0EA-47B3-41B1-A729-F2490D2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R12 macOS arm64 实测，固定上游源码未修改。未验证上游完整测试套件。</a:t>
            </a:r>
          </a:p>
        </p:txBody>
      </p:sp>
    </p:spTree>
    <p:extLst>
      <p:ext uri="{BB962C8B-B14F-4D97-AF65-F5344CB8AC3E}">
        <p14:creationId xmlns:p14="http://schemas.microsoft.com/office/powerpoint/2010/main" val="646363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260d0641248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90925-56DC-4105-AD58-A6117EB5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6020D-AE1E-48B1-B57F-12026BED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有效示例可以独立复现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73746-B279-4EDB-8A1B-E730A2C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从完整检查，到使用对应版本重新构建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CC3C-82B3-4984-9AE2-0E39232C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49E72-F0AB-496C-95A1-68F5C572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4307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验证并严格检查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91881-C175-4ACB-9742-67958885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90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40 格结果全部保留，严格检查返回失败。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1F10D-DC25-4244-BAF1-1AE308A7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629D5-2095-466C-B2F5-7C51D4A7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8130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查询 upstream-api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3165-0329-47F1-9BAB-C3AE5D66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289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两个版本各返回当前有效证据。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7AA53-F416-4723-9C6B-C3D026E0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67EDA-F71E-46C3-993C-7D9BBF38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952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导出冻结源码与清单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D0872-EC24-45AC-81F4-CB34BBBB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672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两个版本各生成独立可运行目录。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DEAD9-6250-4116-B245-6362917A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00B53-1F3D-41F9-83A4-91E5818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577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用对应版本重新构建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1FD3F-B20B-477F-822B-0C5CE7F9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054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两版均输出 3、2、3，退出码为 0。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46DFE-12EF-435E-B20F-4D4C12C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有效单例可以复现，不能替代整个库的发布检查。</a:t>
            </a:r>
          </a:p>
        </p:txBody>
      </p:sp>
    </p:spTree>
    <p:extLst>
      <p:ext uri="{BB962C8B-B14F-4D97-AF65-F5344CB8AC3E}">
        <p14:creationId xmlns:p14="http://schemas.microsoft.com/office/powerpoint/2010/main" val="1380550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5cb3f214546f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E4221-1F69-4DFA-A4D9-70B8CF4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F809-7EF6-460B-94CA-4CC8F41B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其他开发者怎样复用？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31AB6-E451-4D91-A16C-820A4E59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独立贡献仓库：cj-docguard-ai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8A714-8B28-450F-B413-A573F2DA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13CC3-1144-4088-86F9-C47EAB5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4307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阅读 Skill 助手指南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F78F2-DA24-40DB-B4FE-0D568974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907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理解证据边界，引用真实尝试编号。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A4D1F-7C94-4CC7-BCED-052EA287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96005-8936-463D-82E2-BF110DE8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8130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接入 MCP 只读工具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EC87B-7427-42F4-BD7A-0874EE08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289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查询接口声明与准确环境下的运行证据。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8AFB5-2EC1-4307-BE71-396AAAA4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4053B-9ECE-4CF5-AC83-EC62E813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9525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运行配置与工作流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E30D8-09E4-4F2D-9FF7-F7A893D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672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按安装说明接入，并独立复现示例。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1E178-8A9D-4F4C-A3BE-8FC9B6F7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083EA-4EC6-4B47-BE75-73306DF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577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复用提示模板与日志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478BE-7EC4-42E2-BD6D-A3BDBE59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054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核验拒绝、恢复行为以及实际查询结果。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894A5-9F59-4BB6-B4EE-ED8C62EE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Skill 是助手操作指令。贡献依赖主引擎，模型试验未证明效果提升，加分由评审决定。</a:t>
            </a:r>
          </a:p>
        </p:txBody>
      </p:sp>
    </p:spTree>
    <p:extLst>
      <p:ext uri="{BB962C8B-B14F-4D97-AF65-F5344CB8AC3E}">
        <p14:creationId xmlns:p14="http://schemas.microsoft.com/office/powerpoint/2010/main" val="827513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e1a7fef0349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C7183-B9B7-4E5F-95E1-97AFA83E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4065-62DC-413B-A7E8-A176CB30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defRPr>
            </a:pPr>
            <a:r>
              <a:rPr sz="3900" b="0">
                <a:solidFill>
                  <a:srgbClr val="315547"/>
                </a:solidFill>
                <a:latin typeface="Wawati SC"/>
                <a:ea typeface="Wawati SC"/>
                <a:cs typeface="Wawati SC"/>
              </a:rPr>
              <a:t>作品与材料都在这里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1A755-2D18-4D0C-9E8C-6D97205A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104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6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项目说明、教程、验证附件和填写后的统一模板已有入口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C228-4F15-49E4-975D-DBDB8B81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59E8D-3C45-4D20-8EEF-B3A76B35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5260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主作品仓库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F5636-1A8B-4718-ABBB-8CC624D9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002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https://atomgit.com/c2892480843s/cj-docguard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AEC5C-5AAC-4B96-8BCB-D990BA33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885C3F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55551-2F59-4AC2-9940-329AE52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80035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AI 生态贡献仓库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8532A-062A-41D8-B306-A779D07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480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https://atomgit.com/c2892480843s/cj-docguard-ai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0DA9B-2F77-406D-98B6-0E13BD6F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95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defRPr>
            </a:pPr>
            <a:r>
              <a:rPr sz="3600" b="1">
                <a:solidFill>
                  <a:srgbClr val="796495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DA029-5896-4A62-A41F-8FFC05E0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48100"/>
            <a:ext cx="895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2400" b="1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演示视频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40F77-7796-4171-B3EE-89987D7F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957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https://www.bilibili.com/video/BV1R5HC6MEDo/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5856E-41BD-4255-8CCB-6079A54D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1019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支持经审核的单包项目与 SDK 1.1.3 / 1.2.0。</a:t>
            </a:r>
          </a:p>
          <a:p xmlns:a="http://schemas.openxmlformats.org/drawingml/2006/main">
            <a:pPr>
              <a:defRPr sz="1950" b="0">
                <a:solidFill>
                  <a:srgbClr val="315547"/>
                </a:solidFill>
                <a:latin typeface="Yuanti SC"/>
                <a:ea typeface="Yuanti SC"/>
                <a:cs typeface="Yuanti SC"/>
              </a:defRPr>
            </a:pPr>
            <a:r>
              <a:rPr sz="1950" b="0">
                <a:solidFill>
                  <a:srgbClr val="315547"/>
                </a:solidFill>
                <a:latin typeface="Yuanti SC"/>
                <a:ea typeface="Yuanti SC"/>
                <a:cs typeface="Yuanti SC"/>
              </a:rPr>
              <a:t>macOS arm64 已实测，Linux aarch64 有历史原生验证。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07EB7-AB60-4A7C-9945-3B1D2D19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995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defRPr>
            </a:pPr>
            <a:r>
              <a:rPr sz="1350" b="0">
                <a:solidFill>
                  <a:srgbClr val="65766C"/>
                </a:solidFill>
                <a:latin typeface="Yuanti SC"/>
                <a:ea typeface="Yuanti SC"/>
                <a:cs typeface="Yuanti SC"/>
              </a:rPr>
              <a:t>Windows、多包依赖、完整 Markdown 待扩展。本人签字与正式提交仍需负责人完成。</a:t>
            </a:r>
          </a:p>
        </p:txBody>
      </p:sp>
    </p:spTree>
    <p:extLst>
      <p:ext uri="{BB962C8B-B14F-4D97-AF65-F5344CB8AC3E}">
        <p14:creationId xmlns:p14="http://schemas.microsoft.com/office/powerpoint/2010/main" val="896131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2026-10-07T13:02:47.6270000Z</dcterms:created>
  <dcterms:modified xsi:type="dcterms:W3CDTF">2026-10-07T13:02:47.6270000Z</dcterms:modified>
</coreProperties>
</file>